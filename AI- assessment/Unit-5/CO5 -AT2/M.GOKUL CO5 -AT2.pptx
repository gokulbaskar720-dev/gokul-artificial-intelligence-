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kul gokul" userId="33296328daf52cab" providerId="LiveId" clId="{0BBFDBB3-1964-4715-9AF5-C9EB4B5ABE6E}"/>
    <pc:docChg chg="modSld">
      <pc:chgData name="gokul gokul" userId="33296328daf52cab" providerId="LiveId" clId="{0BBFDBB3-1964-4715-9AF5-C9EB4B5ABE6E}" dt="2026-08-29T04:19:50.816" v="2" actId="1076"/>
      <pc:docMkLst>
        <pc:docMk/>
      </pc:docMkLst>
      <pc:sldChg chg="modSp mod">
        <pc:chgData name="gokul gokul" userId="33296328daf52cab" providerId="LiveId" clId="{0BBFDBB3-1964-4715-9AF5-C9EB4B5ABE6E}" dt="2026-08-29T04:17:02.158" v="1" actId="1076"/>
        <pc:sldMkLst>
          <pc:docMk/>
          <pc:sldMk cId="1659457742" sldId="258"/>
        </pc:sldMkLst>
        <pc:spChg chg="mod">
          <ac:chgData name="gokul gokul" userId="33296328daf52cab" providerId="LiveId" clId="{0BBFDBB3-1964-4715-9AF5-C9EB4B5ABE6E}" dt="2026-08-29T04:17:02.158" v="1" actId="1076"/>
          <ac:spMkLst>
            <pc:docMk/>
            <pc:sldMk cId="1659457742" sldId="258"/>
            <ac:spMk id="3" creationId="{0F1CE8B9-9A41-05EE-7CAB-C34746AB606D}"/>
          </ac:spMkLst>
        </pc:spChg>
      </pc:sldChg>
      <pc:sldChg chg="modSp mod">
        <pc:chgData name="gokul gokul" userId="33296328daf52cab" providerId="LiveId" clId="{0BBFDBB3-1964-4715-9AF5-C9EB4B5ABE6E}" dt="2026-08-29T04:19:50.816" v="2" actId="1076"/>
        <pc:sldMkLst>
          <pc:docMk/>
          <pc:sldMk cId="3289981623" sldId="260"/>
        </pc:sldMkLst>
        <pc:picChg chg="mod">
          <ac:chgData name="gokul gokul" userId="33296328daf52cab" providerId="LiveId" clId="{0BBFDBB3-1964-4715-9AF5-C9EB4B5ABE6E}" dt="2026-08-29T04:19:50.816" v="2" actId="1076"/>
          <ac:picMkLst>
            <pc:docMk/>
            <pc:sldMk cId="3289981623" sldId="260"/>
            <ac:picMk id="6" creationId="{F0ADB65F-B708-CF79-A101-F6AB6A00EE9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9A849-4A64-493A-A4F2-17D3F1DF3488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F09089-FE8D-46F4-AF99-F5B520DF1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81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F09089-FE8D-46F4-AF99-F5B520DF18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9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668EB-1D1F-E8FD-D76B-2C9E690DC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336" y="3594237"/>
            <a:ext cx="8825658" cy="2677648"/>
          </a:xfrm>
        </p:spPr>
        <p:txBody>
          <a:bodyPr/>
          <a:lstStyle/>
          <a:p>
            <a:pPr lvl="0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 M.GOKUL  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Number: 192565067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Cybersecurity </a:t>
            </a:r>
            <a:b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Name: SIMATS ENGINEERING 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FA2C73-7022-FA6C-4062-54101315CF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045" y="2833053"/>
            <a:ext cx="8825658" cy="86142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AI-Based Fraud Detection</a:t>
            </a:r>
          </a:p>
        </p:txBody>
      </p:sp>
      <p:pic>
        <p:nvPicPr>
          <p:cNvPr id="4" name="Picture 3" descr="Saveetha Institute of Medical and Technical Sciences -SIMATS ...">
            <a:extLst>
              <a:ext uri="{FF2B5EF4-FFF2-40B4-BE49-F238E27FC236}">
                <a16:creationId xmlns:a16="http://schemas.microsoft.com/office/drawing/2014/main" id="{BB42F633-F32C-6BDE-CFA7-6425D5896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87" y="586115"/>
            <a:ext cx="1421787" cy="1421787"/>
          </a:xfrm>
          <a:prstGeom prst="rect">
            <a:avLst/>
          </a:prstGeom>
        </p:spPr>
      </p:pic>
      <p:pic>
        <p:nvPicPr>
          <p:cNvPr id="5" name="Picture 4" descr="Saveetha University">
            <a:extLst>
              <a:ext uri="{FF2B5EF4-FFF2-40B4-BE49-F238E27FC236}">
                <a16:creationId xmlns:a16="http://schemas.microsoft.com/office/drawing/2014/main" id="{C50C99C2-6560-D4FA-FC76-A0C47467A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181" y="895637"/>
            <a:ext cx="7482348" cy="113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652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03C1C-E170-1C98-BAA0-072D46308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780" y="770187"/>
            <a:ext cx="4351025" cy="228382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4DC75-B5C8-794E-8758-83B7A7F8C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0" y="1199536"/>
            <a:ext cx="5909187" cy="5658464"/>
          </a:xfrm>
        </p:spPr>
        <p:txBody>
          <a:bodyPr>
            <a:normAutofit fontScale="62500" lnSpcReduction="20000"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Fraud is a major problem in digital transactions.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4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fraud detection methods are often slow.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4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helps detect suspicious activities quickly.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4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can analyze large amounts of transaction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925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1CE8B9-9A41-05EE-7CAB-C34746AB606D}"/>
              </a:ext>
            </a:extLst>
          </p:cNvPr>
          <p:cNvSpPr txBox="1"/>
          <p:nvPr/>
        </p:nvSpPr>
        <p:spPr>
          <a:xfrm>
            <a:off x="235974" y="934065"/>
            <a:ext cx="765933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     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Fraud Detection?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is the process of identifying suspicious or illegal activities.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 fraud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payment fraud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fraud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fraud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theft</a:t>
            </a:r>
          </a:p>
        </p:txBody>
      </p:sp>
      <p:pic>
        <p:nvPicPr>
          <p:cNvPr id="4" name="Picture 3" descr="Using data analytics to enhance fraud detection">
            <a:extLst>
              <a:ext uri="{FF2B5EF4-FFF2-40B4-BE49-F238E27FC236}">
                <a16:creationId xmlns:a16="http://schemas.microsoft.com/office/drawing/2014/main" id="{728FA598-C1A2-5CF6-7EE1-5740EA5ED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509" y="2989006"/>
            <a:ext cx="7472517" cy="353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457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8893F6-A9DB-FDD3-7107-07046C863F1E}"/>
              </a:ext>
            </a:extLst>
          </p:cNvPr>
          <p:cNvSpPr txBox="1"/>
          <p:nvPr/>
        </p:nvSpPr>
        <p:spPr>
          <a:xfrm>
            <a:off x="2546555" y="89688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AI in Fraud Detection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EB455-202E-918B-C152-0120E058FC7D}"/>
              </a:ext>
            </a:extLst>
          </p:cNvPr>
          <p:cNvSpPr txBox="1"/>
          <p:nvPr/>
        </p:nvSpPr>
        <p:spPr>
          <a:xfrm>
            <a:off x="609600" y="3234812"/>
            <a:ext cx="84557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number of daily transactions.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techniques change frequently.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detection is difficult.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can detect hidden patterns.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provides faster and more accurate detection.</a:t>
            </a:r>
          </a:p>
        </p:txBody>
      </p:sp>
      <p:pic>
        <p:nvPicPr>
          <p:cNvPr id="6" name="Picture 5" descr="How is AI used in Fraud Detection? | Analytics Steps">
            <a:extLst>
              <a:ext uri="{FF2B5EF4-FFF2-40B4-BE49-F238E27FC236}">
                <a16:creationId xmlns:a16="http://schemas.microsoft.com/office/drawing/2014/main" id="{C5F8FBEF-FA55-1DB0-F6E1-00565168D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405" y="1494503"/>
            <a:ext cx="4931833" cy="463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61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CFA0C7-BD5B-806D-BA56-D5184E842D81}"/>
              </a:ext>
            </a:extLst>
          </p:cNvPr>
          <p:cNvSpPr txBox="1"/>
          <p:nvPr/>
        </p:nvSpPr>
        <p:spPr>
          <a:xfrm>
            <a:off x="491613" y="1963511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transaction data.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process the data.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user behavior.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AI/ML algorithms.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suspicious transactions.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alerts or block fraud.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8DD8E-1CFE-3EFF-BB7A-59206EE1F092}"/>
              </a:ext>
            </a:extLst>
          </p:cNvPr>
          <p:cNvSpPr txBox="1"/>
          <p:nvPr/>
        </p:nvSpPr>
        <p:spPr>
          <a:xfrm>
            <a:off x="2654708" y="54292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AI-Based Fraud Detection Works</a:t>
            </a:r>
          </a:p>
        </p:txBody>
      </p:sp>
      <p:pic>
        <p:nvPicPr>
          <p:cNvPr id="6" name="Picture 5" descr="1,000 Fraud Detection 3d Royalty-Free Images, Stock Photos ...">
            <a:extLst>
              <a:ext uri="{FF2B5EF4-FFF2-40B4-BE49-F238E27FC236}">
                <a16:creationId xmlns:a16="http://schemas.microsoft.com/office/drawing/2014/main" id="{F0ADB65F-B708-CF79-A101-F6AB6A00E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968" y="2107080"/>
            <a:ext cx="5112773" cy="343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981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CA7491-EC8F-9D71-EB44-4324C57A9C8A}"/>
              </a:ext>
            </a:extLst>
          </p:cNvPr>
          <p:cNvSpPr txBox="1"/>
          <p:nvPr/>
        </p:nvSpPr>
        <p:spPr>
          <a:xfrm>
            <a:off x="2625213" y="77889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Technologies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66EB25-E58A-5A30-278F-DDF5B6E2C88C}"/>
              </a:ext>
            </a:extLst>
          </p:cNvPr>
          <p:cNvSpPr txBox="1"/>
          <p:nvPr/>
        </p:nvSpPr>
        <p:spPr>
          <a:xfrm>
            <a:off x="1022555" y="2397825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</a:t>
            </a:r>
          </a:p>
        </p:txBody>
      </p:sp>
      <p:pic>
        <p:nvPicPr>
          <p:cNvPr id="6" name="Picture 5" descr="6,200+ Fraud Detection Stock Photos, Pictures &amp; Royalty-Free ...">
            <a:extLst>
              <a:ext uri="{FF2B5EF4-FFF2-40B4-BE49-F238E27FC236}">
                <a16:creationId xmlns:a16="http://schemas.microsoft.com/office/drawing/2014/main" id="{3D9ADA05-E48D-A673-9BED-64A2F868B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975" y="1979532"/>
            <a:ext cx="4994786" cy="289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554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4B6045-177B-D02A-811C-FEFCDF4F4988}"/>
              </a:ext>
            </a:extLst>
          </p:cNvPr>
          <p:cNvSpPr txBox="1"/>
          <p:nvPr/>
        </p:nvSpPr>
        <p:spPr>
          <a:xfrm>
            <a:off x="550607" y="65107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9EB5A4-A039-F4A6-9085-22E5C8ED6A2B}"/>
              </a:ext>
            </a:extLst>
          </p:cNvPr>
          <p:cNvSpPr txBox="1"/>
          <p:nvPr/>
        </p:nvSpPr>
        <p:spPr>
          <a:xfrm>
            <a:off x="442453" y="2405871"/>
            <a:ext cx="620415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</a:t>
            </a:r>
          </a:p>
        </p:txBody>
      </p:sp>
      <p:pic>
        <p:nvPicPr>
          <p:cNvPr id="6" name="Picture 5" descr="The Power of AI and ML in Online Payment Fraud Detection.">
            <a:extLst>
              <a:ext uri="{FF2B5EF4-FFF2-40B4-BE49-F238E27FC236}">
                <a16:creationId xmlns:a16="http://schemas.microsoft.com/office/drawing/2014/main" id="{E4B6F646-25F3-4E1D-4021-48CD388B2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860" y="2180596"/>
            <a:ext cx="5071294" cy="277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874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8C3322-5455-16ED-DF93-8CBE9DEA2373}"/>
              </a:ext>
            </a:extLst>
          </p:cNvPr>
          <p:cNvSpPr txBox="1"/>
          <p:nvPr/>
        </p:nvSpPr>
        <p:spPr>
          <a:xfrm>
            <a:off x="265471" y="2241755"/>
            <a:ext cx="556505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Transaction → Data Collection → AI Analysis → Fraud Detection → Alert/Action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transactions are allowed.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transactions are flagged.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High-risk transactions can be blocked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2B4C1C-DA33-AB32-96DD-D20BD6E64137}"/>
              </a:ext>
            </a:extLst>
          </p:cNvPr>
          <p:cNvSpPr txBox="1"/>
          <p:nvPr/>
        </p:nvSpPr>
        <p:spPr>
          <a:xfrm>
            <a:off x="865239" y="45443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Process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7448875-E199-5C71-042C-EB4B073AA62D}"/>
              </a:ext>
            </a:extLst>
          </p:cNvPr>
          <p:cNvCxnSpPr/>
          <p:nvPr/>
        </p:nvCxnSpPr>
        <p:spPr>
          <a:xfrm>
            <a:off x="5830529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F98B464-D9CE-1BDC-1000-E110870C609C}"/>
              </a:ext>
            </a:extLst>
          </p:cNvPr>
          <p:cNvSpPr txBox="1"/>
          <p:nvPr/>
        </p:nvSpPr>
        <p:spPr>
          <a:xfrm>
            <a:off x="6096000" y="61259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Fraud Detected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FFC2E2-16D7-FF41-9334-BEE12E4D3939}"/>
              </a:ext>
            </a:extLst>
          </p:cNvPr>
          <p:cNvSpPr txBox="1"/>
          <p:nvPr/>
        </p:nvSpPr>
        <p:spPr>
          <a:xfrm>
            <a:off x="6361472" y="2241755"/>
            <a:ext cx="6096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 fraud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fraud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shopping fraud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accounts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fraud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fraud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and scam activities</a:t>
            </a:r>
          </a:p>
        </p:txBody>
      </p:sp>
    </p:spTree>
    <p:extLst>
      <p:ext uri="{BB962C8B-B14F-4D97-AF65-F5344CB8AC3E}">
        <p14:creationId xmlns:p14="http://schemas.microsoft.com/office/powerpoint/2010/main" val="636283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C35ABA-00E2-66F3-9E0F-422BE63EB2E9}"/>
              </a:ext>
            </a:extLst>
          </p:cNvPr>
          <p:cNvSpPr txBox="1"/>
          <p:nvPr/>
        </p:nvSpPr>
        <p:spPr>
          <a:xfrm>
            <a:off x="432619" y="2100315"/>
            <a:ext cx="6096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detection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financial losses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large amounts of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accuracy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new fraud patterns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5650AA-9643-A600-B43D-61E80584A2E1}"/>
              </a:ext>
            </a:extLst>
          </p:cNvPr>
          <p:cNvSpPr txBox="1"/>
          <p:nvPr/>
        </p:nvSpPr>
        <p:spPr>
          <a:xfrm>
            <a:off x="560439" y="47409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38ED4BD-8C98-6429-6863-8BC5A737B49A}"/>
              </a:ext>
            </a:extLst>
          </p:cNvPr>
          <p:cNvCxnSpPr/>
          <p:nvPr/>
        </p:nvCxnSpPr>
        <p:spPr>
          <a:xfrm>
            <a:off x="5260258" y="0"/>
            <a:ext cx="137652" cy="69317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AF9DA20-F99B-46C0-E762-36E4EB1DEBB1}"/>
              </a:ext>
            </a:extLst>
          </p:cNvPr>
          <p:cNvSpPr txBox="1"/>
          <p:nvPr/>
        </p:nvSpPr>
        <p:spPr>
          <a:xfrm>
            <a:off x="6390967" y="58181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1CC500-3C73-1174-D79B-D08BEFFD9FC3}"/>
              </a:ext>
            </a:extLst>
          </p:cNvPr>
          <p:cNvSpPr txBox="1"/>
          <p:nvPr/>
        </p:nvSpPr>
        <p:spPr>
          <a:xfrm>
            <a:off x="5948516" y="2208036"/>
            <a:ext cx="624348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sector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platforms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 companies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payment systems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Cryptocurrency platforms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organizations</a:t>
            </a:r>
          </a:p>
        </p:txBody>
      </p:sp>
    </p:spTree>
    <p:extLst>
      <p:ext uri="{BB962C8B-B14F-4D97-AF65-F5344CB8AC3E}">
        <p14:creationId xmlns:p14="http://schemas.microsoft.com/office/powerpoint/2010/main" val="3476639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F57930-30BC-E8CF-25DB-E9057FC0A3EF}"/>
              </a:ext>
            </a:extLst>
          </p:cNvPr>
          <p:cNvSpPr txBox="1"/>
          <p:nvPr/>
        </p:nvSpPr>
        <p:spPr>
          <a:xfrm>
            <a:off x="314632" y="1828801"/>
            <a:ext cx="8829368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fraud detection improves security and accuracy.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analyze large amounts of data quickly.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helps organizations identify suspicious activities in real time.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plays an important role in preventing financial and cyber fraud.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EC94DD-075B-1190-B428-205350106122}"/>
              </a:ext>
            </a:extLst>
          </p:cNvPr>
          <p:cNvSpPr txBox="1"/>
          <p:nvPr/>
        </p:nvSpPr>
        <p:spPr>
          <a:xfrm>
            <a:off x="2831690" y="71006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6" name="Picture 5" descr="Utilizing AI for Fraud Detection &amp; Risk Assessment">
            <a:extLst>
              <a:ext uri="{FF2B5EF4-FFF2-40B4-BE49-F238E27FC236}">
                <a16:creationId xmlns:a16="http://schemas.microsoft.com/office/drawing/2014/main" id="{D657998E-5D4A-00EB-40F3-3B13B67C9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611329"/>
            <a:ext cx="12192001" cy="224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594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p 5 Document Fraud Detection Software for MCA Brokers">
            <a:extLst>
              <a:ext uri="{FF2B5EF4-FFF2-40B4-BE49-F238E27FC236}">
                <a16:creationId xmlns:a16="http://schemas.microsoft.com/office/drawing/2014/main" id="{BBC50C87-6C09-A3E9-FBF8-1EDE3B14B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330245"/>
          </a:xfrm>
          <a:prstGeom prst="rect">
            <a:avLst/>
          </a:prstGeom>
        </p:spPr>
      </p:pic>
      <p:pic>
        <p:nvPicPr>
          <p:cNvPr id="3" name="Picture 2" descr="The Power of AI and ML in Online Payment Fraud Detection.">
            <a:extLst>
              <a:ext uri="{FF2B5EF4-FFF2-40B4-BE49-F238E27FC236}">
                <a16:creationId xmlns:a16="http://schemas.microsoft.com/office/drawing/2014/main" id="{8F94AA7E-2338-D788-A5C6-B8CCFAF75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621161"/>
            <a:ext cx="12192001" cy="22368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71969E-4F35-2EE0-9739-34A593B57D23}"/>
              </a:ext>
            </a:extLst>
          </p:cNvPr>
          <p:cNvSpPr txBox="1"/>
          <p:nvPr/>
        </p:nvSpPr>
        <p:spPr>
          <a:xfrm>
            <a:off x="4296697" y="2920180"/>
            <a:ext cx="7443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0482841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{CE163383-1C88-4EC8-8D74-F0E98721EA9D}TF229edf6a-8a49-49ee-a0a6-5037052947485fb3ca0c-bc27bf41d645</Template>
  <TotalTime>31</TotalTime>
  <Words>327</Words>
  <Application>Microsoft Office PowerPoint</Application>
  <PresentationFormat>Widescreen</PresentationFormat>
  <Paragraphs>86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Century Gothic</vt:lpstr>
      <vt:lpstr>Times New Roman</vt:lpstr>
      <vt:lpstr>Wingdings 3</vt:lpstr>
      <vt:lpstr>Ion Boardroom</vt:lpstr>
      <vt:lpstr>Presented by:  M.GOKUL   Register Number: 192565067 Department: Cybersecurity  College Name: SIMATS ENGINEERING  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gokul gokul</dc:creator>
  <cp:lastModifiedBy>gokul gokul</cp:lastModifiedBy>
  <cp:revision>1</cp:revision>
  <dcterms:created xsi:type="dcterms:W3CDTF">2026-08-29T03:27:19Z</dcterms:created>
  <dcterms:modified xsi:type="dcterms:W3CDTF">2026-08-29T04:19:59Z</dcterms:modified>
</cp:coreProperties>
</file>